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b319cabfe9413d" /><Relationship Type="http://schemas.openxmlformats.org/officeDocument/2006/relationships/extended-properties" Target="/docProps/app.xml" Id="R0bf70e880db34c62" /><Relationship Type="http://schemas.openxmlformats.org/officeDocument/2006/relationships/officeDocument" Target="/ppt/presentation.xml" Id="Rd981ce3d780b42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905e62d97498f"/>
  </p:sldMasterIdLst>
  <p:notesMasterIdLst>
    <p:notesMasterId xmlns:r="http://schemas.openxmlformats.org/officeDocument/2006/relationships" r:id="Rb2c8a26e55d54574"/>
  </p:notesMasterIdLst>
  <p:sldIdLst>
    <p:sldId xmlns:r="http://schemas.openxmlformats.org/officeDocument/2006/relationships" id="256" r:id="Re6900a5cc64a4849"/>
    <p:sldId xmlns:r="http://schemas.openxmlformats.org/officeDocument/2006/relationships" id="257" r:id="Rc8b88d89ec4b4b08"/>
    <p:sldId xmlns:r="http://schemas.openxmlformats.org/officeDocument/2006/relationships" id="258" r:id="R1ffdf99b4d5040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0d7cb11bc4b06" /><Relationship Type="http://schemas.openxmlformats.org/officeDocument/2006/relationships/slideMaster" Target="/ppt/slideMasters/slideMaster1.xml" Id="Reb5905e62d97498f" /><Relationship Type="http://schemas.openxmlformats.org/officeDocument/2006/relationships/notesMaster" Target="/ppt/notesMasters/notesMaster1.xml" Id="Rb2c8a26e55d54574" /><Relationship Type="http://schemas.openxmlformats.org/officeDocument/2006/relationships/presProps" Target="/ppt/presProps.xml" Id="Rb237b4e258c94f97" /><Relationship Type="http://schemas.openxmlformats.org/officeDocument/2006/relationships/tableStyles" Target="/ppt/tableStyles.xml" Id="R6698d29080044ec4" /><Relationship Type="http://schemas.openxmlformats.org/officeDocument/2006/relationships/slide" Target="/ppt/slides/slide1.xml" Id="Re6900a5cc64a4849" /><Relationship Type="http://schemas.openxmlformats.org/officeDocument/2006/relationships/slide" Target="/ppt/slides/slide2.xml" Id="Rc8b88d89ec4b4b08" /><Relationship Type="http://schemas.openxmlformats.org/officeDocument/2006/relationships/slide" Target="/ppt/slides/slide3.xml" Id="R1ffdf99b4d5040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67f8360c1e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2122c7a7cb4f28" /><Relationship Type="http://schemas.openxmlformats.org/officeDocument/2006/relationships/notesMaster" Target="/ppt/notesMasters/notesMaster1.xml" Id="Rc667c82ff39a4f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f41948bc89451b" /><Relationship Type="http://schemas.openxmlformats.org/officeDocument/2006/relationships/notesMaster" Target="/ppt/notesMasters/notesMaster1.xml" Id="R774931cb086f49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bd996068a416c" /><Relationship Type="http://schemas.openxmlformats.org/officeDocument/2006/relationships/notesMaster" Target="/ppt/notesMasters/notesMaster1.xml" Id="R4457f4e72fff47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architecture. Source modules: backend/history.py, model.py, mechanisms.py, insights.py and app.py; src/EvidenceJourney.tsx. All built-in patient streams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scripts/evaluate_observed_v04.py, docs/observed-v04.json. Deposit DOI 10.6084/m9.figshare.6260654.v3. Patient identifiers and raw records remain in ignored local data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backend/app.py. Requests and observations have separate time, failure, quality and cost records. SQLite serializes migrations and transactions. No authentication or clinical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11909306c44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858ab40144d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6064dbdd14c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292f89f7e4e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5aa46d2074e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70d05268f46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B92428-BC54-49D8-BBD0-F4C6C1405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E8AFB8-03D2-4970-A667-A184B58C12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0DA72D-DF63-4915-B96D-BD0169CE9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07B7FD-3B99-412A-983C-6C0BD58C3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C9CD09-D835-4D61-8DA9-2AA6DB048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EEBA1F-0EF8-4241-A20A-840E715C67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7B1141-04B6-4B6E-BD15-BC6F8F0A52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646645-BB86-4A48-83F8-83D790B0AE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D90115-AA7D-4927-BE1E-779AAF7D3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0B9960-538D-4E77-8A7F-B4075CD10B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a930b5b6484b06" /><Relationship Type="http://schemas.openxmlformats.org/officeDocument/2006/relationships/slideLayout" Target="/ppt/slideLayouts/slideLayout1.xml" Id="Rbebc75d573f24623" /><Relationship Type="http://schemas.openxmlformats.org/officeDocument/2006/relationships/slideLayout" Target="/ppt/slideLayouts/slideLayout2.xml" Id="R89a2683bdec5462d" /><Relationship Type="http://schemas.openxmlformats.org/officeDocument/2006/relationships/slideLayout" Target="/ppt/slideLayouts/slideLayout3.xml" Id="Rf74f38efef544bfd" /><Relationship Type="http://schemas.openxmlformats.org/officeDocument/2006/relationships/slideLayout" Target="/ppt/slideLayouts/slideLayout4.xml" Id="Rcf860410c7de4145" /><Relationship Type="http://schemas.openxmlformats.org/officeDocument/2006/relationships/slideLayout" Target="/ppt/slideLayouts/slideLayout5.xml" Id="R44c0211820be4952" /><Relationship Type="http://schemas.openxmlformats.org/officeDocument/2006/relationships/slideLayout" Target="/ppt/slideLayouts/slideLayout6.xml" Id="R40951cbe6d5e46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bc75d573f24623"/>
    <p:sldLayoutId xmlns:r="http://schemas.openxmlformats.org/officeDocument/2006/relationships" id="2147483650" r:id="R89a2683bdec5462d"/>
    <p:sldLayoutId xmlns:r="http://schemas.openxmlformats.org/officeDocument/2006/relationships" id="2147483651" r:id="Rf74f38efef544bfd"/>
    <p:sldLayoutId xmlns:r="http://schemas.openxmlformats.org/officeDocument/2006/relationships" id="2147483652" r:id="Rcf860410c7de4145"/>
    <p:sldLayoutId xmlns:r="http://schemas.openxmlformats.org/officeDocument/2006/relationships" id="2147483653" r:id="R44c0211820be4952"/>
    <p:sldLayoutId xmlns:r="http://schemas.openxmlformats.org/officeDocument/2006/relationships" id="2147483654" r:id="R40951cbe6d5e46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88852bd1843ac" /><Relationship Type="http://schemas.openxmlformats.org/officeDocument/2006/relationships/notesSlide" Target="/ppt/notesSlides/notesSlide1.xml" Id="R7511a494eb5541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fbc2d41db41cd" /><Relationship Type="http://schemas.openxmlformats.org/officeDocument/2006/relationships/notesSlide" Target="/ppt/notesSlides/notesSlide2.xml" Id="Rabf846d1e85c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697b1a8cf4f38" /><Relationship Type="http://schemas.openxmlformats.org/officeDocument/2006/relationships/notesSlide" Target="/ppt/notesSlides/notesSlide3.xml" Id="Rb72c49dcf5a44e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5565D-94B3-46A3-A74F-9AB4661A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RENALIS 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2F3DF-BA3D-4FDE-99B0-640857E8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Research release 0.4. Synthetic learning, state and observation-policy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433D1-4EC4-46C6-8C26-18CE011E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C77D0-1A4C-4FC1-A376-EC43DB9D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Preceding synthetic sessions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Raw BP + machine settings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823BD-10F4-44F5-8D89-A5AE2C6C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E8127-29AA-4212-BEAB-07F94426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learner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Shrinkage + lineage digest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F1524-B4CC-46B3-B357-2E24F76A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08A23-AE42-4912-BCA3-2158E8A0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Current replay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Available-time cutoff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D737B-349E-4DC5-8509-B6AC007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33800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8B16C-5E59-4BF2-AC57-03AC4E39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86250"/>
            <a:ext cx="3457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Four physiological families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48 particles per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4B2B9-E9E5-4BF2-B814-321BB438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643B3-D9A4-4E02-A2C9-D079927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Observation-policy comparison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Time, noise, failure, burden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DD953-E340-46F9-809F-28AAECF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36C10-9EA6-4675-BD21-E65A9173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Evidence journey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Review + saved reports</a:t>
            </a:r>
          </a:p>
        </p:txBody>
      </p:sp>
    </p:spTree>
    <p:extLst>
      <p:ext uri="{BB962C8B-B14F-4D97-AF65-F5344CB8AC3E}">
        <p14:creationId xmlns:p14="http://schemas.microsoft.com/office/powerpoint/2010/main" val="834720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63686-08C1-4099-86D3-CE81890E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Separate observed-data evaluation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27C0F-29C7-4085-BEEF-D435DDBB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Public HEMOBP tables support retrospective evaluation without replacing the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5FDA1-81AD-4C55-866D-7A40FEB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EFABF-7EE9-4574-9A0F-3BB66BD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190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Versioned HEMOBP tables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Checksums + CC BY attribution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6615F-FEF0-4747-B17F-84DB975F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956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7DCE8-8D5B-47B1-BFC3-80A8FB25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3190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Audited session alignment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UF units + elapsed-time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A5F37-172B-4598-B80A-D7BA68DC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1B35B-BDAC-45C6-BF5C-7D9D333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Past-session inputs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Exclude later end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72213-DECA-4345-B3B0-4A86BE74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10000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5640A-3664-4E6F-8A8C-3B5DD528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81500"/>
            <a:ext cx="3457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Disjoint patient splits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Fit / calibration /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31A3E-EBB3-4A9E-BD47-710CF379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67250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1779B-88B4-4043-8DA8-CFFA1890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Baselines + calibration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Intervals + alarm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AF311-9EAA-4308-BB57-255E6F4D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B2CF3-2176-4D4C-B896-4E1F5862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Aggregate JSON report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Evidence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38BB5-99A7-443C-B7AD-D741FAB1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AC7346"/>
                </a:solidFill>
                <a:latin typeface="Calibri"/>
                <a:ea typeface="Calibri"/>
                <a:cs typeface="Calibri"/>
              </a:rPr>
              <a:t>Eight-hour clock shift is an empirical assumption awaiting source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850870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B13EA-4B48-4C76-A828-6F06ECB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Acquisition and persistence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3AD6-3A85-4F63-B6D2-B1FF4F4B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Append-only corrections preserve earlier cutoffs and immutable 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4227F-AEAF-4F06-99CA-11EA3DE8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0.4 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578C9-9B7A-46A7-B81C-6D14094D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Observe at minute 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Quality + declared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18F05-326C-4939-ABF9-744B1DB4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D0E1B-9AEC-451C-939A-4BC9E15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Release at minute t + delay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No future-value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BED25-E2F7-4D6A-A0CC-5DFB169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82496-FF4C-41E5-946E-3641F965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Assimilate valid evidence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Retain failures +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AD58E-5DFB-43DC-AF00-0422A463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Append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Original value retained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32B71-B718-455A-AAD7-9198309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01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1BF95-370B-4D9B-9F1E-DB9E915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Rewind before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Earlier evidence restored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E4E84-B8D7-42DD-A929-4C687CF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01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2667D-8B55-4A5B-9A94-0FB6B540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767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Save immutable report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Revision + evidence IDs</a:t>
            </a:r>
          </a:p>
        </p:txBody>
      </p:sp>
    </p:spTree>
    <p:extLst>
      <p:ext uri="{BB962C8B-B14F-4D97-AF65-F5344CB8AC3E}">
        <p14:creationId xmlns:p14="http://schemas.microsoft.com/office/powerpoint/2010/main" val="990374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2026-10-17T18:50:39.0990000Z</dcterms:created>
  <dcterms:modified xsi:type="dcterms:W3CDTF">2026-10-17T18:50:39.0990000Z</dcterms:modified>
</coreProperties>
</file>