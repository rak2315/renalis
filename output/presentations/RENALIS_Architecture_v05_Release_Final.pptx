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4f96409076416a" /><Relationship Type="http://schemas.openxmlformats.org/officeDocument/2006/relationships/extended-properties" Target="/docProps/app.xml" Id="R26bc0c01ad414cc3" /><Relationship Type="http://schemas.openxmlformats.org/officeDocument/2006/relationships/officeDocument" Target="/ppt/presentation.xml" Id="R1508a9f8bfaa40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ab6819327041ac"/>
  </p:sldMasterIdLst>
  <p:notesMasterIdLst>
    <p:notesMasterId xmlns:r="http://schemas.openxmlformats.org/officeDocument/2006/relationships" r:id="R387fc61525e1419d"/>
  </p:notesMasterIdLst>
  <p:sldIdLst>
    <p:sldId xmlns:r="http://schemas.openxmlformats.org/officeDocument/2006/relationships" id="256" r:id="Rb2cd6dd690b64e95"/>
    <p:sldId xmlns:r="http://schemas.openxmlformats.org/officeDocument/2006/relationships" id="257" r:id="Rc4344022b1dc4f9d"/>
    <p:sldId xmlns:r="http://schemas.openxmlformats.org/officeDocument/2006/relationships" id="258" r:id="R1730f63d0f914666"/>
    <p:sldId xmlns:r="http://schemas.openxmlformats.org/officeDocument/2006/relationships" id="259" r:id="R204f02ab33124b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a89ca1dcb24262" /><Relationship Type="http://schemas.openxmlformats.org/officeDocument/2006/relationships/slideMaster" Target="/ppt/slideMasters/slideMaster1.xml" Id="R30ab6819327041ac" /><Relationship Type="http://schemas.openxmlformats.org/officeDocument/2006/relationships/notesMaster" Target="/ppt/notesMasters/notesMaster1.xml" Id="R387fc61525e1419d" /><Relationship Type="http://schemas.openxmlformats.org/officeDocument/2006/relationships/presProps" Target="/ppt/presProps.xml" Id="R54dd7048e8484b9b" /><Relationship Type="http://schemas.openxmlformats.org/officeDocument/2006/relationships/tableStyles" Target="/ppt/tableStyles.xml" Id="R79bf8df9ca2d410a" /><Relationship Type="http://schemas.openxmlformats.org/officeDocument/2006/relationships/slide" Target="/ppt/slides/slide1.xml" Id="Rb2cd6dd690b64e95" /><Relationship Type="http://schemas.openxmlformats.org/officeDocument/2006/relationships/slide" Target="/ppt/slides/slide2.xml" Id="Rc4344022b1dc4f9d" /><Relationship Type="http://schemas.openxmlformats.org/officeDocument/2006/relationships/slide" Target="/ppt/slides/slide3.xml" Id="R1730f63d0f914666" /><Relationship Type="http://schemas.openxmlformats.org/officeDocument/2006/relationships/slide" Target="/ppt/slides/slide4.xml" Id="R204f02ab3312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a416093a5648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d1df3db179462f" /><Relationship Type="http://schemas.openxmlformats.org/officeDocument/2006/relationships/notesMaster" Target="/ppt/notesMasters/notesMaster1.xml" Id="Rff3bfbdc69cf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65fe088b984e31" /><Relationship Type="http://schemas.openxmlformats.org/officeDocument/2006/relationships/notesMaster" Target="/ppt/notesMasters/notesMaster1.xml" Id="Rfebca8d7f0214b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78be9644f44d93" /><Relationship Type="http://schemas.openxmlformats.org/officeDocument/2006/relationships/notesMaster" Target="/ppt/notesMasters/notesMaster1.xml" Id="R1b27e7a176b144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56a3379b404f87" /><Relationship Type="http://schemas.openxmlformats.org/officeDocument/2006/relationships/notesMaster" Target="/ppt/notesMasters/notesMaster1.xml" Id="R1dce0e539c0248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architecture. Source modules: backend/history.py, model.py, mechanisms.py, insights.py and app.py; src/EvidenceJourney.tsx. All built-in patient streams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scripts/evaluate_observed_v04.py, docs/observed-v04.json. Deposit DOI 10.6084/m9.figshare.6260654.v3. Patient identifiers and raw records remain in ignored local data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backend/app.py. Requests and observations have separate time, failure, quality and cost records. SQLite serializes migrations and transactions. No authentication or clinical deployment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backend/discrimination.py, app.py acquisition boundary, src/AdaptiveMeasurement.tsx. No hidden fixture enters planning. Decision-value selection remains separate. New sequential-policy effectiveness is not validated by the frozen one-acquisition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7069367e442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9942968dd4a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a16acfd194d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83e7ce33e45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6ffbc043648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2a2185b1948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A93700-1C84-4D59-8D9C-DED169D92F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B01662-8508-41CF-8855-7B8B71665A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4C7891-0AFE-4C70-854A-FAB4DFFEB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5BC614-F159-4117-969B-9EF88C819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860C2E-3EFF-4680-B803-69FF72501D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5F8B96-8718-4F84-9B77-B175291AB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664E42-A6EB-43A4-BBA9-8B79B70436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4121C2-D698-4905-B5D7-3874D85657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C5A21C-D861-4599-9538-F017BF88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94887D-C2C1-4E7D-B81F-2DD3C57F89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340834fb88489c" /><Relationship Type="http://schemas.openxmlformats.org/officeDocument/2006/relationships/slideLayout" Target="/ppt/slideLayouts/slideLayout1.xml" Id="R49b6aa53b16641f2" /><Relationship Type="http://schemas.openxmlformats.org/officeDocument/2006/relationships/slideLayout" Target="/ppt/slideLayouts/slideLayout2.xml" Id="Ra38add0f7f38472c" /><Relationship Type="http://schemas.openxmlformats.org/officeDocument/2006/relationships/slideLayout" Target="/ppt/slideLayouts/slideLayout3.xml" Id="R18c1c3e2377643f9" /><Relationship Type="http://schemas.openxmlformats.org/officeDocument/2006/relationships/slideLayout" Target="/ppt/slideLayouts/slideLayout4.xml" Id="R78d011fcdd0d4554" /><Relationship Type="http://schemas.openxmlformats.org/officeDocument/2006/relationships/slideLayout" Target="/ppt/slideLayouts/slideLayout5.xml" Id="R9d6a7d711e124c6d" /><Relationship Type="http://schemas.openxmlformats.org/officeDocument/2006/relationships/slideLayout" Target="/ppt/slideLayouts/slideLayout6.xml" Id="Re6f133c5c93c4a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b6aa53b16641f2"/>
    <p:sldLayoutId xmlns:r="http://schemas.openxmlformats.org/officeDocument/2006/relationships" id="2147483650" r:id="Ra38add0f7f38472c"/>
    <p:sldLayoutId xmlns:r="http://schemas.openxmlformats.org/officeDocument/2006/relationships" id="2147483651" r:id="R18c1c3e2377643f9"/>
    <p:sldLayoutId xmlns:r="http://schemas.openxmlformats.org/officeDocument/2006/relationships" id="2147483652" r:id="R78d011fcdd0d4554"/>
    <p:sldLayoutId xmlns:r="http://schemas.openxmlformats.org/officeDocument/2006/relationships" id="2147483653" r:id="R9d6a7d711e124c6d"/>
    <p:sldLayoutId xmlns:r="http://schemas.openxmlformats.org/officeDocument/2006/relationships" id="2147483654" r:id="Re6f133c5c93c4a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13fac3b1f4a30" /><Relationship Type="http://schemas.openxmlformats.org/officeDocument/2006/relationships/notesSlide" Target="/ppt/notesSlides/notesSlide1.xml" Id="R66a10ffc14324f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1c2420639438b" /><Relationship Type="http://schemas.openxmlformats.org/officeDocument/2006/relationships/notesSlide" Target="/ppt/notesSlides/notesSlide2.xml" Id="R6018af3fcc3e46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8b8901b8a4492" /><Relationship Type="http://schemas.openxmlformats.org/officeDocument/2006/relationships/notesSlide" Target="/ppt/notesSlides/notesSlide3.xml" Id="Ra123626bcc4944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405b787e0419c" /><Relationship Type="http://schemas.openxmlformats.org/officeDocument/2006/relationships/notesSlide" Target="/ppt/notesSlides/notesSlide4.xml" Id="R8684f08a2c2c4e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1EC46-7B41-4E28-AB9D-E9E009CD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RENALIS 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3C94A-4A59-4BD0-B916-DBFEC575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Research release 0.4. Synthetic learning, state and observation-policy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C1A5E-6BCC-4B12-8F25-E56AE54B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3102F-6FCC-483C-8059-F3B9E820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Preceding synthetic sessions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Raw BP + machine settings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94819-F400-472E-92F4-4C1FCBAA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52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D0556-1F6A-4DF5-A6BE-81E1C9B0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History learner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Shrinkage + lineage digest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8F25B-A028-4E95-95FA-DEB426B1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5D3AA-84AF-4CAF-9281-FF8F0176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Current replay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Available-time cutoff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9B75A-9A68-4891-8102-21FFA682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33800"/>
            <a:ext cx="2286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338C8-E8B3-4865-85AA-A0E34DC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86250"/>
            <a:ext cx="3457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Four physiological families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48 particles per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00360-E827-4791-8015-9E5C9A56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19625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2B9F2-9B3A-4332-8DEA-59A52011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Observation-policy comparison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Time, noise, failure, burden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5A12F-480C-49D6-994C-B9DAC86D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C3208-F513-4948-8B78-5A9F0B6C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Evidence journey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Review + saved reports</a:t>
            </a:r>
          </a:p>
        </p:txBody>
      </p:sp>
    </p:spTree>
    <p:extLst>
      <p:ext uri="{BB962C8B-B14F-4D97-AF65-F5344CB8AC3E}">
        <p14:creationId xmlns:p14="http://schemas.microsoft.com/office/powerpoint/2010/main" val="949062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2E339-888E-419E-902E-ED903FF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Separate observed-data evaluation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F4C20-F2BB-4750-8F14-C2C8322E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Public HEMOBP tables support retrospective evaluation without replacing the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2238A-9B49-44A6-856C-019251E0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33BAD-BF83-4536-98BC-F421D3A0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190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Versioned HEMOBP tables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Checksums + CC BY attribution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35980-FF41-474D-B3BF-68BDDE14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956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234C6-1AE1-42FB-85B7-C2687CD0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3190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Audited session alignment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UF units + elapsed-time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22373-4626-41A3-9BE8-88450A46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675E3-7E78-43EE-AB16-5DDD00F0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Past-session inputs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Exclude later end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5A0C2-18DC-4F28-A6F6-93C79B64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10000"/>
            <a:ext cx="2286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4FD2F-0D72-410B-B947-727343F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81500"/>
            <a:ext cx="3457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Disjoint patient splits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Fit / calibration /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9A39F-DBA7-434C-8426-8E456B6C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67250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8BBC4-342A-4F0E-9A0C-1ECFEDAF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Baselines + calibration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Intervals + alarm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3BC4C-B65F-4E6B-AAAD-B659F5FB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02EDE-A60F-4D4A-8B3F-675C6A82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Aggregate JSON report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Evidence 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4C882-B8E4-45CB-ACD1-D5892D52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AC7346"/>
                </a:solidFill>
                <a:latin typeface="Calibri"/>
                <a:ea typeface="Calibri"/>
                <a:cs typeface="Calibri"/>
              </a:rPr>
              <a:t>Eight-hour clock shift is an empirical assumption awaiting source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019230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1C482-D6A4-4A62-8FF2-41BA91D1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Acquisition and persistence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50DAF-7068-4B01-AF69-D61256A4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Append-only corrections preserve earlier cutoffs and immutable reports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B883B-E9D2-4B51-948E-59DF7DB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672C3-50D7-48CE-B742-A731E33E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Observe at minute 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Quality + declared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CC959-06A1-4C9B-B9AC-4D3C22E9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BD69E-8CF9-47F6-94BB-11E465C5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Release at minute t + delay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No future-value 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5D7E1-5D42-4D57-8E18-1FBD48F5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A3084-5FBF-4D23-A914-FF69B9E6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Assimilate valid evidence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Retain failures +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0682A-76DA-4470-AA21-292DF500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Append correction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Original value retained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E99CD-E020-4027-871E-7197FD8D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101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74DEF-8581-4B71-9DCF-14D5754A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Rewind before correction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Earlier evidence restored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2DA4F-6AB1-421B-B75B-7C93C0F8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01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02361-B173-41C9-B71B-496D4FFE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767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Save immutable report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Revision + evidence IDs</a:t>
            </a:r>
          </a:p>
        </p:txBody>
      </p:sp>
    </p:spTree>
    <p:extLst>
      <p:ext uri="{BB962C8B-B14F-4D97-AF65-F5344CB8AC3E}">
        <p14:creationId xmlns:p14="http://schemas.microsoft.com/office/powerpoint/2010/main" val="1446869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E9A7A-0156-4331-A7D4-361A444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Adaptive evidence planning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874EE-8B5A-4926-982D-65497DA2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Information and action-loss objectives remain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8747E-2E49-4E8C-B799-5D946FC9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E4DA3-2BFC-4634-A05E-2F8A317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Current particle posterior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Released observations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BA488-81B1-448E-9DCD-F270181B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55D25-6173-4B4D-8F5B-0C82B4E4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622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Noisy possible outcomes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Noise, failure, availability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C6A6D-14DE-415B-8F7D-191CD342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D57F3-2E31-4A71-8477-A652E2A3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Next measurement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Information ranking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ED430-E708-4B49-A93D-D5C078D7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05250"/>
            <a:ext cx="2286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6078C-F140-4476-AB22-C3041EBB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76750"/>
            <a:ext cx="352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Synthetic acquisition boundary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Result unknown until acquired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5AE7A-2A89-4E02-8D74-1AF76CAB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0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DD4B3-75C5-4CEF-B21D-E21332E4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76750"/>
            <a:ext cx="3190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Append evidence + cost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Recompute posterior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8F53C-0FD9-4029-8AD9-F304E7B0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B124C-39FA-47B7-87AF-D9AC8833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Updated reasoning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Ambiguity may remain</a:t>
            </a:r>
          </a:p>
        </p:txBody>
      </p:sp>
    </p:spTree>
    <p:extLst>
      <p:ext uri="{BB962C8B-B14F-4D97-AF65-F5344CB8AC3E}">
        <p14:creationId xmlns:p14="http://schemas.microsoft.com/office/powerpoint/2010/main" val="1391436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2026-10-19T14:45:45.7080000Z</dcterms:created>
  <dcterms:modified xsi:type="dcterms:W3CDTF">2026-10-19T14:45:45.7080000Z</dcterms:modified>
</coreProperties>
</file>